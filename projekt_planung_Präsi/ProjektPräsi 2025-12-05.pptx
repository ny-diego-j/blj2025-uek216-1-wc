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8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C889-11A9-66E7-4843-9DA5A5128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2D4252-5AF9-C34C-FD19-E7B0DE2DE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89428-B5C0-94D0-F9EF-D8E4A7A9C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27EE2-2269-48FA-BDB0-2F01CE4916BB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97297-CD78-43B4-0D5D-AFFC69C8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AC357-40DD-1F8A-F2D9-C38A3C3E1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5044-ACF7-49CB-AA15-4DAD548EE6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559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BBD84-CE7B-D3B6-1D9A-A16DE69C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9DD80-C7C8-6D09-B1C4-C2F47978E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B20E5-2088-8C5B-D361-011C48FB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27EE2-2269-48FA-BDB0-2F01CE4916BB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3E87D-5DFC-DCCD-ED4D-E9A4F1C34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E9547-0E4F-8359-6FD5-88937CB12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5044-ACF7-49CB-AA15-4DAD548EE6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5077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57798-C22E-E553-DD2B-5D6A7AA97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3CE40-B4B1-B661-5D8B-D2F275E47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70582-0C70-9CCB-3CE3-03CA21055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27EE2-2269-48FA-BDB0-2F01CE4916BB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CD588-3AA2-0680-9A3C-CAAEE8FB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8B6CA-925C-A110-47E8-443563EB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5044-ACF7-49CB-AA15-4DAD548EE6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3936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BF620-7CB3-17F5-51C4-5C24AF10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AF9A7-C639-06D7-DF4C-D67A82AC77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995F2-FB36-AA69-2518-4F7BB0346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84679-3192-7724-3441-D876833B3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27EE2-2269-48FA-BDB0-2F01CE4916BB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AC399-9BF8-7388-7F04-16AF6177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B9766-4FE9-BE3D-6AF2-ECD6B6A9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5044-ACF7-49CB-AA15-4DAD548EE6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3471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F7DC-545A-3E3B-68CF-4CA3294B5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88F2F-6593-04C3-AAF4-4C79A83C9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7D354-A84D-6F33-2C7B-68D4C3FA7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4F5E20-9CB0-8C93-1DAE-700C566AB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3E1D9-A868-C0A7-5F98-E0E831E16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3AB0F9-B7B1-4365-1341-D894C84D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27EE2-2269-48FA-BDB0-2F01CE4916BB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9C57ED-7AF2-4EE9-F638-1FB7B5F6D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97C180-E3AC-A26E-5571-285FF01D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5044-ACF7-49CB-AA15-4DAD548EE6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1730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10E2-489B-5579-ABED-F6A98BF1C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FB361C-867A-1685-888C-CCE28977A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27EE2-2269-48FA-BDB0-2F01CE4916BB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FC444-F841-1AE6-0A5B-66BF39EC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32E208-5098-CB4C-79FE-CB97A6AD7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5044-ACF7-49CB-AA15-4DAD548EE6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4209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D2BC8-7E0D-5531-B9E2-F51BF6C4F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27EE2-2269-48FA-BDB0-2F01CE4916BB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7CC61-647D-A7AD-F2F4-3661A1DEB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ED99E-5986-4782-11C3-DD9C603DF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5044-ACF7-49CB-AA15-4DAD548EE6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991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25F44-12CB-B7C8-262D-DA0BAC6B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F48AD-2AFA-82CD-7A61-360473302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703EE-576B-2A60-4A00-604FD723A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E1186-A998-3AD7-982D-D26620F0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27EE2-2269-48FA-BDB0-2F01CE4916BB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F3EE1-4B85-17EE-DB06-0E4212133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41A77-ABBC-15ED-D4FE-480BF705F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5044-ACF7-49CB-AA15-4DAD548EE6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4861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FCD3-39C1-9624-E7EC-EF7793656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551382-C96A-9DB5-C5A0-B60B9596F5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40987-591D-B169-7ED0-D8D848A38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833DE-D263-D299-D106-93EE68F6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27EE2-2269-48FA-BDB0-2F01CE4916BB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C3324-924F-3F1B-FD1C-24164490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C1BA0-A510-38DA-593C-C79AC6371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5044-ACF7-49CB-AA15-4DAD548EE6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5726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327F5-0A62-B278-A174-A36031068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0BD10-680D-6321-9F2D-19DB9F572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BA2B1-568D-1F3D-09F1-CA79FA2C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27EE2-2269-48FA-BDB0-2F01CE4916BB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C00C0-3320-036D-B8C0-E66CF1C0B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C6BC1-A846-33DC-8DC5-77557926D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5044-ACF7-49CB-AA15-4DAD548EE6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1492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7ED854-3EDF-4F76-78B6-DD4B8282CA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D31B10-71C6-2619-D5A3-E801C5EF1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7ED40-00F7-B35C-7DDC-9D2CC3F6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27EE2-2269-48FA-BDB0-2F01CE4916BB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93841-8E44-1DA9-70A1-788AE093D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E9D82-000E-D300-7788-EFBDF1A0F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5044-ACF7-49CB-AA15-4DAD548EE6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5246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EA6C4-5373-D82D-4557-5F7E391BC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D4C4D-542A-9C36-B4B6-4C4F3FD75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6FC69-85C2-CC89-D039-936BAFE1A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D27EE2-2269-48FA-BDB0-2F01CE4916BB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83F87-580E-37D4-C60D-14213C2CB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89681-EFFC-E24B-03CB-2EE8CC499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2B5044-ACF7-49CB-AA15-4DAD548EE6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501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 Blatter</dc:creator>
  <cp:lastModifiedBy>Fabian Blatter</cp:lastModifiedBy>
  <cp:revision>1</cp:revision>
  <dcterms:created xsi:type="dcterms:W3CDTF">2025-12-05T14:45:27Z</dcterms:created>
  <dcterms:modified xsi:type="dcterms:W3CDTF">2025-12-05T14:45:50Z</dcterms:modified>
</cp:coreProperties>
</file>